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5" r:id="rId9"/>
    <p:sldId id="270" r:id="rId10"/>
    <p:sldId id="266" r:id="rId11"/>
    <p:sldId id="261" r:id="rId12"/>
    <p:sldId id="271" r:id="rId13"/>
    <p:sldId id="267" r:id="rId14"/>
    <p:sldId id="268" r:id="rId15"/>
    <p:sldId id="269" r:id="rId16"/>
    <p:sldId id="262" r:id="rId17"/>
    <p:sldId id="263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731520"/>
            <a:ext cx="11247120" cy="530352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Goal Tracking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44170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FF"/>
                </a:solidFill>
              </a:defRPr>
            </a:pPr>
            <a:r>
              <a:t>Enterprise Goal Management &amp;</a:t>
            </a:r>
          </a:p>
          <a:p>
            <a:pPr>
              <a:defRPr sz="2000">
                <a:solidFill>
                  <a:srgbClr val="E6E6FF"/>
                </a:solidFill>
              </a:defRPr>
            </a:pPr>
            <a:r>
              <a:t>KPI Tracking System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810" y="1473200"/>
            <a:ext cx="6613525" cy="3729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Organizations still rely on spreadsheets for goal tracking.</a:t>
            </a:r>
          </a:p>
          <a:p>
            <a:pPr>
              <a:spcAft>
                <a:spcPts val="1200"/>
              </a:spcAft>
              <a:defRPr sz="2000"/>
            </a:pPr>
            <a:r>
              <a:t>• No centralized approval &amp; KPI monitoring workflow.</a:t>
            </a:r>
          </a:p>
          <a:p>
            <a:pPr>
              <a:spcAft>
                <a:spcPts val="1200"/>
              </a:spcAft>
              <a:defRPr sz="2000"/>
            </a:pPr>
            <a:r>
              <a:t>• Performance reviews become manual and time-consuming.</a:t>
            </a:r>
          </a:p>
          <a:p>
            <a:pPr>
              <a:spcAft>
                <a:spcPts val="1200"/>
              </a:spcAft>
              <a:defRPr sz="2000"/>
            </a:pPr>
            <a:r>
              <a:t>• Lack of analytics, audit logs and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Detailed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36295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2011680" cy="10972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React Frontend</a:t>
            </a:r>
            <a:br/>
            <a:r>
              <a:t>(Vercel Hosting)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560320"/>
            <a:ext cx="2011680" cy="10972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7889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Express.js API</a:t>
            </a:r>
            <a:br/>
            <a:r>
              <a:t>(Node Backend)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560320"/>
            <a:ext cx="2011680" cy="10972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7889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Prisma 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560320"/>
            <a:ext cx="2011680" cy="10972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7889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PostgreSQL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10896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310896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12480" y="3108960"/>
            <a:ext cx="6400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835" y="4572000"/>
            <a:ext cx="1133792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sz="2000"/>
              <a:t>Employee → Create Goals → Manager Approval → Quarterly Check-ins → Analytics → Admin Audit Logs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36295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JWT Authentication &amp;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1659"/>
            <a:ext cx="481584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Role-Based Dashboards (</a:t>
            </a:r>
            <a:r>
              <a:rPr sz="1400"/>
              <a:t>Employee / Manager / Admin</a:t>
            </a: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Goal Creation &amp; KPI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Manager Approval / Rejection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Quarterly Performance Check-ins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Analytics Dashboard with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CSV Export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50292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✓ Audit Logging &amp; Goal Unlocking</a:t>
            </a:r>
          </a:p>
        </p:txBody>
      </p:sp>
      <p:pic>
        <p:nvPicPr>
          <p:cNvPr id="21" name="Picture 20" descr="regis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140" y="2204085"/>
            <a:ext cx="5229860" cy="277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Project Screenshots &amp; Feature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eate-go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730" y="970280"/>
            <a:ext cx="5028565" cy="2693670"/>
          </a:xfrm>
          <a:prstGeom prst="rect">
            <a:avLst/>
          </a:prstGeom>
        </p:spPr>
      </p:pic>
      <p:pic>
        <p:nvPicPr>
          <p:cNvPr id="7" name="Picture 6" descr="employe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970280"/>
            <a:ext cx="5009515" cy="2686685"/>
          </a:xfrm>
          <a:prstGeom prst="rect">
            <a:avLst/>
          </a:prstGeom>
        </p:spPr>
      </p:pic>
      <p:pic>
        <p:nvPicPr>
          <p:cNvPr id="8" name="Picture 7" descr="my-go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" y="3790315"/>
            <a:ext cx="5054600" cy="2680970"/>
          </a:xfrm>
          <a:prstGeom prst="rect">
            <a:avLst/>
          </a:prstGeom>
        </p:spPr>
      </p:pic>
      <p:pic>
        <p:nvPicPr>
          <p:cNvPr id="9" name="Picture 8" descr="check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3790315"/>
            <a:ext cx="4986020" cy="2644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manager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0" y="102235"/>
            <a:ext cx="6094095" cy="3408045"/>
          </a:xfrm>
          <a:prstGeom prst="rect">
            <a:avLst/>
          </a:prstGeom>
        </p:spPr>
      </p:pic>
      <p:pic>
        <p:nvPicPr>
          <p:cNvPr id="5" name="Picture 4" descr="manager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595" y="3589020"/>
            <a:ext cx="6096000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dmin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835"/>
            <a:ext cx="12188825" cy="6500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dmin-pan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435"/>
            <a:ext cx="12188825" cy="6500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nalytics-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545"/>
            <a:ext cx="12188825" cy="6518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813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React.js,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Node.js,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59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75887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59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Prisma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79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07407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JWT + bcrypt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199"/>
            <a:ext cx="228600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38927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2063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Vercel + Render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E46"/>
                </a:solidFill>
              </a:rPr>
              <a:t>📊 Employee Analytics Filtering</a:t>
            </a:r>
            <a:endParaRPr sz="2800" b="1">
              <a:solidFill>
                <a:srgbClr val="141E4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Admins &amp; Managers can filter analytics employee-wise</a:t>
            </a:r>
          </a:p>
          <a:p>
            <a:pPr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Dynamic dropdown selector using Employee IDs</a:t>
            </a:r>
          </a:p>
          <a:p>
            <a:pPr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KPI cards refresh automatically in real-time</a:t>
            </a:r>
          </a:p>
          <a:p>
            <a:pPr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Charts update instantly based on selected employee</a:t>
            </a:r>
          </a:p>
          <a:p>
            <a:pPr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Improves visibility for performance monitoring</a:t>
            </a:r>
          </a:p>
          <a:p>
            <a:pPr>
              <a:spcAft>
                <a:spcPts val="1600"/>
              </a:spcAft>
              <a:defRPr sz="1800">
                <a:solidFill>
                  <a:srgbClr val="3C4864"/>
                </a:solidFill>
              </a:defRPr>
            </a:pPr>
            <a:r>
              <a:t>✓ Enterprise-grade analytics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005840"/>
            <a:ext cx="2468880" cy="4389120"/>
          </a:xfrm>
          <a:prstGeom prst="roundRect">
            <a:avLst/>
          </a:prstGeom>
          <a:solidFill>
            <a:srgbClr val="5263F9"/>
          </a:solidFill>
          <a:ln>
            <a:solidFill>
              <a:srgbClr val="526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ADMIN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Select Employee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Filter Goals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Refresh KPI Charts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View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96"/>
                </a:solidFill>
              </a:defRPr>
            </a:pPr>
            <a:r>
              <a:t>Goal Tracking Portal • AtomQuest Hackathon 1.0 • Anusha Anchalia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✨ AI Goal Refiner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875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Added AI-powered SMART Goal enhancement workflow.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Users can click 'Enhance with AI' while creating goals.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Transforms raw goals into professional SMART objectives.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Simulated LLM response with realistic 1.5-second delay.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Improves usability and enterprise-grade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🔐 Security &amp; Identity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875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Implemented role-based authentication and authorization.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Unique employee identity badges (EMP-XXXX) generated dynamically.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Pending approval workflow for newly registered users.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Admin approval dashboard added for identity governance.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Secure JWT authentication with bcrypt password hashing.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⚡ Advanced Enterprise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875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Rule-based escalation engine using node-cron.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Automated escalation for missed approvals/check-ins.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Real-time analytics dashboard using Recharts.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Immutable audit logging for governance and transparency.</a:t>
            </a:r>
          </a:p>
          <a:p>
            <a:pPr>
              <a:spcAft>
                <a:spcPts val="1400"/>
              </a:spcAft>
              <a:defRPr sz="2000">
                <a:solidFill>
                  <a:srgbClr val="374151"/>
                </a:solidFill>
              </a:defRPr>
            </a:pPr>
            <a:r>
              <a:t>• CSV export reporting for enterprise reviews.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46"/>
                </a:solidFill>
              </a:defRPr>
            </a:pPr>
            <a:r>
              <a:t>Project Deployment &amp;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152144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809865" cy="2604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2200"/>
            </a:pPr>
            <a:r>
              <a:t>👩‍💻 Developer: Anusha Anchalia</a:t>
            </a:r>
          </a:p>
          <a:p>
            <a:pPr algn="l">
              <a:spcAft>
                <a:spcPts val="1600"/>
              </a:spcAft>
              <a:defRPr sz="2200"/>
            </a:pPr>
            <a:r>
              <a:t>🚀 Project Type: Solo Hackathon Project</a:t>
            </a:r>
          </a:p>
          <a:p>
            <a:pPr algn="l">
              <a:spcAft>
                <a:spcPts val="1600"/>
              </a:spcAft>
              <a:defRPr sz="2200"/>
            </a:pPr>
            <a:r>
              <a:t>🌐 Frontend: https://goal-tracking-portal.vercel.app</a:t>
            </a:r>
          </a:p>
          <a:p>
            <a:pPr algn="l">
              <a:spcAft>
                <a:spcPts val="1600"/>
              </a:spcAft>
              <a:defRPr sz="2200"/>
            </a:pPr>
            <a:r>
              <a:t>📦 Backend: </a:t>
            </a:r>
            <a:r>
              <a:rPr lang="en-US" altLang="en-US"/>
              <a:t>https://goal-tracking-portal.onrender.com/</a:t>
            </a:r>
            <a:endParaRPr lang="en-US" altLang="en-US"/>
          </a:p>
          <a:p>
            <a:pPr algn="l">
              <a:spcAft>
                <a:spcPts val="1600"/>
              </a:spcAft>
              <a:defRPr sz="2200"/>
            </a:pPr>
            <a:r>
              <a:t>🔗 GitHub: https://github.com/anushaanchalia/goal-tracking-portal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144000" cy="32004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0" y="21945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2845" y="3091815"/>
            <a:ext cx="6405245" cy="7854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2200">
                <a:solidFill>
                  <a:srgbClr val="F0F0FF"/>
                </a:solidFill>
              </a:defRPr>
            </a:pPr>
            <a:r>
              <a:t>Goal Tracking Portal  </a:t>
            </a:r>
          </a:p>
          <a:p>
            <a:pPr algn="ctr">
              <a:defRPr sz="2200">
                <a:solidFill>
                  <a:srgbClr val="F0F0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2649</Words>
  <Application>WPS Presentation</Application>
  <PresentationFormat>On-screen Show (4:3)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anushaanchalia</cp:lastModifiedBy>
  <cp:revision>5</cp:revision>
  <dcterms:created xsi:type="dcterms:W3CDTF">2013-01-27T09:14:00Z</dcterms:created>
  <dcterms:modified xsi:type="dcterms:W3CDTF">2026-05-17T15:17:11Z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7858D453871F4541B5A47A2E45847FEE_13</vt:lpwstr>
  </property>
</Properties>
</file>